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7315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77240"/>
            <a:ext cx="6126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Exam System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Hash Functions (SHA-256 &amp; PBKDF2)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303520" cy="411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2024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CSC232 — Information Security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9169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20240" y="29169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 — Secure Hash Function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3192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920240" y="3319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 |  Class: SE IV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  [Student Name 1]  —  [Reg. No.]          |          [Student Name 2]  —  [Reg. No.]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Do Exams Get Leaked?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91440" cy="129844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96112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2296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Paper Leaks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122529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papers are shared digitally via email or USB. Anyone with access can copy and leak the paper before the exam.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2167128"/>
            <a:ext cx="85953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167128"/>
            <a:ext cx="91440" cy="129844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13432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24028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Integrity Check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34440" y="264261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tell if someone has modified the exam questions after the teacher uploaded the original paper.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584448"/>
            <a:ext cx="85953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3584448"/>
            <a:ext cx="91440" cy="129844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30752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6576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Tampering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34440" y="405993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student submits their answer sheet, there is no proof that the answers were not changed by someone else.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How Hash Functions Secure the Exam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91440" cy="12984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886968"/>
            <a:ext cx="475488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86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88696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82296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 with Hashed Password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91640" y="1216152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student registers, their password is hashed using PBKDF2-SHA256 with a random salt. The real password is never stored — only the hash. Login is verified by re-hashing the entered password and comparing.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167128"/>
            <a:ext cx="85953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167128"/>
            <a:ext cx="91440" cy="12984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2304288"/>
            <a:ext cx="475488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304288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224028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Paper Locked with SHA-256 Hash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691640" y="2633472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teacher uploads the exam paper, a SHA-256 hash (digital fingerprint) is created and stored. Before distributing, the system re-hashes the paper and compares. If even one character was changed, the hash will be completely different — leak or tampering is instantly detected.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4320" y="3584448"/>
            <a:ext cx="85953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3584448"/>
            <a:ext cx="91440" cy="12984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Shape 16"/>
          <p:cNvSpPr/>
          <p:nvPr/>
        </p:nvSpPr>
        <p:spPr>
          <a:xfrm>
            <a:off x="502920" y="3721608"/>
            <a:ext cx="475488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" y="3721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721608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91640" y="365760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Sheet Fingerprinted After Submission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691640" y="4050792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student submits answers, a SHA-256 fingerprint of (Student ID + Exam ID + Answers) is saved. Any later modification to the answers changes the fingerprint — proving tampering occurred.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 of Hash Functions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605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858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685800"/>
            <a:ext cx="416052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6858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4160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1155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One-Way / Irreversible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reverse a hash to get the original password. Even if the database is stolen, passwords are safe.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4160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9019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Fixed Output 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always produces 256-bit output — whether the input is one word or an entire exam paper.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160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83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Tamper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96265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to the exam paper, even a single character, produces a completely different hash.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438144"/>
            <a:ext cx="4160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474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 &amp; Efficient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takes milliseconds. The entire exam paper can be verified in under a second.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224528"/>
            <a:ext cx="4160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2611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Extra Libraries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5354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hashlib provides SHA-256 and PBKDF2 with no installation needed.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078992"/>
            <a:ext cx="4160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1155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Cannot Decrypt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3898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is one-way. If a student forgets their password, it cannot be retrieved — only reset.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1865376"/>
            <a:ext cx="4160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9019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MD5 &amp; SHA-1 Are Broken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1762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and SHA-1 have known collision vulnerabilities. We must use SHA-256 or stronger.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651760"/>
            <a:ext cx="4160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26883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Rainbow Table Risk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96265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salt, common passwords can be cracked using precomputed hash tables instantly.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438144"/>
            <a:ext cx="4160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474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 Encryption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49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only verifies integrity. It cannot hide exam content — use encryption for that.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— Complete Code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658368"/>
            <a:ext cx="4315968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658368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secure_exam_system.py  (Part 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50976"/>
            <a:ext cx="4315968" cy="4041648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4178808" cy="3950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hashlib, os, json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students_db = {}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exams_db    = {}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submissions_db = {}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register_student(student_id, name, password):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salt = os.urandom(16)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hashed = hashlib.pbkdf2_hmac(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'sha256', password.encode(), salt, 100000)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students_db[student_id] =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name,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"salt": salt.hex(),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"password_hash": hashed.hex()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print(f"Student '{name}' registered.")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login_student(student_id, password):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 = students_db[student_id]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salt = bytes.fromhex(student["salt"])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new_hash = hashlib.pbkdf2_hmac(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'sha256', password.encode(), salt, 100000)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new_hash.hex() == student["password_hash"]: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print("Login successful!")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print("Access denied.")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upload_exam(exam_id, exam_content):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exam_hash = hashlib.sha256(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exam_content.encode()).hexdigest()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exams_db[exam_id] =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"content": exam_content,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"original_hash": exam_hash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print(f"Exam uploaded. Hash: {exam_hash[:20]}...")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verify_exam(exam_id):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exam = exams_db[exam_id]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= hashlib.sha256(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exam["content"].encode()).hexdigest()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current == exam["original_hash"]: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print("PASSED - Exam is original.")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print("ALERT - Exam has been TAMPERED!")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4736592" y="658368"/>
            <a:ext cx="4151376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4736592" y="65836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secure_exam_system.py  (Part 2)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36592" y="950976"/>
            <a:ext cx="4151376" cy="4041648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87552"/>
            <a:ext cx="4023360" cy="3950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submit_answers(student_id, exam_id, answers):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combined = student_id + exam_id + json.dumps(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answers, sort_keys=True)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fingerprint = hashlib.sha256(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combined.encode()).hexdigest()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submissions_db[student_id+"_"+exam_id] =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"answers": answers,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"fingerprint": fingerprint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print(f"Fingerprint: {fingerprint[:20]}...")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verify_submission(student_id, exam_id):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student_id + "_" + exam_id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= submissions_db[key]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combined = student_id + exam_id + json.dumps(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sub["answers"], sort_keys=True)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= hashlib.sha256(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combined.encode()).hexdigest()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current == sub["fingerprint"]: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print("PASSED - Answers are original.")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print("ALERT - Answers were MODIFIED!")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register_student("S001","Ali Hassan","ali_pass")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register_student("S002","Sara Khan","sara_pass")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login_student("S001", "ali_pass")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login_student("S002", "wrong_password")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exam_paper = "CSC232 Final Exam - Q1,Q2,Q3,Q4..."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upload_exam("EXAM01", exam_paper)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verify_exam("EXAM01")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 = {"Q1":"Hash maps input to digest",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"Q2":"Collision resistance explained"}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submit_answers("S001", "EXAM01", answers)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verify_submission("S001", "EXAM01")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 &amp; Conclusion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658368"/>
            <a:ext cx="4315968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65836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978408"/>
            <a:ext cx="4315968" cy="397764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24128"/>
            <a:ext cx="4160520" cy="3877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Student Registration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'Ali Hassan' registered.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'Sara Khan' registered.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Student Login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successful. Welcome, Ali Hassan!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Incorrect password. Access denied.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Exam Upload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 'EXAM_CSC232' uploaded.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8381afb9db3b20076089d7...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Exam Integrity Verification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- Exam is original and untampered.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Answer Submission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 submitted by S001.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Fingerprint: 51c827f6c2b84ede2ff38e...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Submission Verification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- Answers are original.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SHA Comparison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    (128 bits): 8b12689387dd02...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SHA1   (160 bits): 33434210d5eee9...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 (256 bits): c6ebecf6d5c1a9...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SHA512 (512 bits): 155b2a1cf8e073...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658368"/>
            <a:ext cx="4178808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658368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78408"/>
            <a:ext cx="41788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78408"/>
            <a:ext cx="73152" cy="78638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149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Paper is Secured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9844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creates a unique fingerprint of the exam. Any leak or modification is instantly detected by comparing hashes.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810512"/>
            <a:ext cx="41788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810512"/>
            <a:ext cx="73152" cy="78638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47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Safe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+ random salt ensures student passwords are never stored as plain text and cannot be reversed.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642616"/>
            <a:ext cx="41788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642616"/>
            <a:ext cx="73152" cy="78638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679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are Locked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96265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sheets are fingerprinted on submission. Post-submission tampering is immediately detected.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3474720"/>
            <a:ext cx="41788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474720"/>
            <a:ext cx="73152" cy="78638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511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/ SHA-1 are Unsafe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7947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older algorithms are broken. Our system uses SHA-256, the current industry standard.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4306824"/>
            <a:ext cx="41788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4306824"/>
            <a:ext cx="73152" cy="78638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343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62686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technique is used by universities, banking systems, and government exam portals worldwide.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2026-05-20T03:28:03Z</dcterms:created>
  <dcterms:modified xsi:type="dcterms:W3CDTF">2026-05-20T03:28:03Z</dcterms:modified>
</cp:coreProperties>
</file>